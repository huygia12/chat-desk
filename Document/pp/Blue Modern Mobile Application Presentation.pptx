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charset="1" panose="020B0503030501040103"/>
      <p:regular r:id="rId16"/>
    </p:embeddedFont>
    <p:embeddedFont>
      <p:font typeface="Arial Bold" charset="1" panose="020B0704020202020204"/>
      <p:regular r:id="rId17"/>
    </p:embeddedFont>
    <p:embeddedFont>
      <p:font typeface="Open Sans" charset="1" panose="00000000000000000000"/>
      <p:regular r:id="rId18"/>
    </p:embeddedFont>
    <p:embeddedFont>
      <p:font typeface="Poppins Bold" charset="1" panose="00000800000000000000"/>
      <p:regular r:id="rId19"/>
    </p:embeddedFont>
    <p:embeddedFont>
      <p:font typeface="Open Sans Bol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177932" y="8597752"/>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7104915" y="2216209"/>
            <a:ext cx="4078169"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KHOA</a:t>
            </a:r>
            <a:r>
              <a:rPr lang="en-US" sz="1899">
                <a:solidFill>
                  <a:srgbClr val="000000"/>
                </a:solidFill>
                <a:latin typeface="Canva Sans"/>
                <a:ea typeface="Canva Sans"/>
                <a:cs typeface="Canva Sans"/>
                <a:sym typeface="Canva Sans"/>
              </a:rPr>
              <a:t> CÔNG NGHỆ THÔNG TIN</a:t>
            </a:r>
          </a:p>
        </p:txBody>
      </p:sp>
      <p:sp>
        <p:nvSpPr>
          <p:cNvPr name="TextBox 6" id="6"/>
          <p:cNvSpPr txBox="true"/>
          <p:nvPr/>
        </p:nvSpPr>
        <p:spPr>
          <a:xfrm rot="0">
            <a:off x="6349591" y="1392076"/>
            <a:ext cx="5588817" cy="500380"/>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Arial Bold"/>
                <a:ea typeface="Arial Bold"/>
                <a:cs typeface="Arial Bold"/>
                <a:sym typeface="Arial Bold"/>
              </a:rPr>
              <a:t>HỌ</a:t>
            </a:r>
            <a:r>
              <a:rPr lang="en-US" b="true" sz="2799">
                <a:solidFill>
                  <a:srgbClr val="000000"/>
                </a:solidFill>
                <a:latin typeface="Arial Bold"/>
                <a:ea typeface="Arial Bold"/>
                <a:cs typeface="Arial Bold"/>
                <a:sym typeface="Arial Bold"/>
              </a:rPr>
              <a:t>C VIỆN KỸ THUẬT MẬT MÃ</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10643" y="5532895"/>
            <a:ext cx="9163193" cy="916319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3491847" y="1596184"/>
            <a:ext cx="4180995" cy="8272818"/>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5" id="25"/>
          <p:cNvGrpSpPr>
            <a:grpSpLocks noChangeAspect="true"/>
          </p:cNvGrpSpPr>
          <p:nvPr/>
        </p:nvGrpSpPr>
        <p:grpSpPr>
          <a:xfrm rot="0">
            <a:off x="1760418" y="4100085"/>
            <a:ext cx="2915550" cy="5768917"/>
            <a:chOff x="0" y="0"/>
            <a:chExt cx="2620010" cy="5184140"/>
          </a:xfrm>
        </p:grpSpPr>
        <p:sp>
          <p:nvSpPr>
            <p:cNvPr name="Freeform 26" id="2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7" id="2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8" id="2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9" id="2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0" id="3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1" id="3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2" id="3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3" id="3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4" id="3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5" id="35"/>
          <p:cNvGrpSpPr>
            <a:grpSpLocks noChangeAspect="true"/>
          </p:cNvGrpSpPr>
          <p:nvPr/>
        </p:nvGrpSpPr>
        <p:grpSpPr>
          <a:xfrm rot="0">
            <a:off x="6528297" y="5339641"/>
            <a:ext cx="2289092" cy="4529361"/>
            <a:chOff x="0" y="0"/>
            <a:chExt cx="2620010" cy="5184140"/>
          </a:xfrm>
        </p:grpSpPr>
        <p:sp>
          <p:nvSpPr>
            <p:cNvPr name="Freeform 36" id="3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7" id="3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8" id="3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9" id="3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0" id="4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1" id="4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2" id="4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3" id="4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4" id="4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5" id="45"/>
          <p:cNvGrpSpPr/>
          <p:nvPr/>
        </p:nvGrpSpPr>
        <p:grpSpPr>
          <a:xfrm rot="0">
            <a:off x="11258044" y="3954642"/>
            <a:ext cx="1042538" cy="47625"/>
            <a:chOff x="0" y="0"/>
            <a:chExt cx="274578" cy="12543"/>
          </a:xfrm>
        </p:grpSpPr>
        <p:sp>
          <p:nvSpPr>
            <p:cNvPr name="Freeform 46" id="46"/>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47" id="47"/>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8" id="48"/>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49" id="49"/>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50" id="50"/>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51" id="51"/>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52" id="52"/>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53" id="53"/>
          <p:cNvSpPr txBox="true"/>
          <p:nvPr/>
        </p:nvSpPr>
        <p:spPr>
          <a:xfrm rot="0">
            <a:off x="11258044" y="2301940"/>
            <a:ext cx="4982921" cy="1407878"/>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Welcome To Our Application</a:t>
            </a:r>
          </a:p>
        </p:txBody>
      </p:sp>
      <p:sp>
        <p:nvSpPr>
          <p:cNvPr name="TextBox 54" id="54"/>
          <p:cNvSpPr txBox="true"/>
          <p:nvPr/>
        </p:nvSpPr>
        <p:spPr>
          <a:xfrm rot="0">
            <a:off x="11258044" y="7120786"/>
            <a:ext cx="5263403" cy="826174"/>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a:t>
            </a:r>
          </a:p>
        </p:txBody>
      </p:sp>
      <p:sp>
        <p:nvSpPr>
          <p:cNvPr name="TextBox 55" id="55"/>
          <p:cNvSpPr txBox="true"/>
          <p:nvPr/>
        </p:nvSpPr>
        <p:spPr>
          <a:xfrm rot="0">
            <a:off x="11258044" y="6673111"/>
            <a:ext cx="2378606" cy="240591"/>
          </a:xfrm>
          <a:prstGeom prst="rect">
            <a:avLst/>
          </a:prstGeom>
        </p:spPr>
        <p:txBody>
          <a:bodyPr anchor="t" rtlCol="false" tIns="0" lIns="0" bIns="0" rIns="0">
            <a:spAutoFit/>
          </a:bodyPr>
          <a:lstStyle/>
          <a:p>
            <a:pPr algn="l">
              <a:lnSpc>
                <a:spcPts val="1960"/>
              </a:lnSpc>
              <a:spcBef>
                <a:spcPct val="0"/>
              </a:spcBef>
            </a:pPr>
            <a:r>
              <a:rPr lang="en-US" b="true" sz="1400">
                <a:solidFill>
                  <a:srgbClr val="395BD1"/>
                </a:solidFill>
                <a:latin typeface="Open Sans Bold"/>
                <a:ea typeface="Open Sans Bold"/>
                <a:cs typeface="Open Sans Bold"/>
                <a:sym typeface="Open Sans Bold"/>
              </a:rPr>
              <a:t>About Our Application</a:t>
            </a:r>
          </a:p>
        </p:txBody>
      </p:sp>
      <p:sp>
        <p:nvSpPr>
          <p:cNvPr name="TextBox 56" id="56"/>
          <p:cNvSpPr txBox="true"/>
          <p:nvPr/>
        </p:nvSpPr>
        <p:spPr>
          <a:xfrm rot="0">
            <a:off x="11258044" y="4824113"/>
            <a:ext cx="5263403"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520229" y="4470746"/>
            <a:ext cx="8252837" cy="825283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10543171" y="1689836"/>
            <a:ext cx="2961571" cy="5859977"/>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2" id="2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27" id="27"/>
          <p:cNvGrpSpPr>
            <a:grpSpLocks noChangeAspect="true"/>
          </p:cNvGrpSpPr>
          <p:nvPr/>
        </p:nvGrpSpPr>
        <p:grpSpPr>
          <a:xfrm rot="0">
            <a:off x="13703249" y="2737187"/>
            <a:ext cx="2961571" cy="5859977"/>
            <a:chOff x="0" y="0"/>
            <a:chExt cx="2620010" cy="5184140"/>
          </a:xfrm>
        </p:grpSpPr>
        <p:sp>
          <p:nvSpPr>
            <p:cNvPr name="Freeform 28" id="2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9" id="2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0" id="3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1" id="3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2" id="3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3" id="3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4" id="3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5" id="3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6" id="3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7" id="37"/>
          <p:cNvGrpSpPr/>
          <p:nvPr/>
        </p:nvGrpSpPr>
        <p:grpSpPr>
          <a:xfrm rot="0">
            <a:off x="1927240" y="3710399"/>
            <a:ext cx="1042538" cy="47625"/>
            <a:chOff x="0" y="0"/>
            <a:chExt cx="274578" cy="12543"/>
          </a:xfrm>
        </p:grpSpPr>
        <p:sp>
          <p:nvSpPr>
            <p:cNvPr name="Freeform 38" id="3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39" id="3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1927240" y="2057698"/>
            <a:ext cx="4982921" cy="1407878"/>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Application Advantages</a:t>
            </a:r>
          </a:p>
        </p:txBody>
      </p:sp>
      <p:grpSp>
        <p:nvGrpSpPr>
          <p:cNvPr name="Group 41" id="41"/>
          <p:cNvGrpSpPr/>
          <p:nvPr/>
        </p:nvGrpSpPr>
        <p:grpSpPr>
          <a:xfrm rot="0">
            <a:off x="1927240" y="4748749"/>
            <a:ext cx="677751" cy="67775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43" id="4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44" id="44"/>
          <p:cNvSpPr txBox="true"/>
          <p:nvPr/>
        </p:nvSpPr>
        <p:spPr>
          <a:xfrm rot="0">
            <a:off x="2874528" y="4729699"/>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45" id="45"/>
          <p:cNvSpPr txBox="true"/>
          <p:nvPr/>
        </p:nvSpPr>
        <p:spPr>
          <a:xfrm rot="0">
            <a:off x="2018060" y="4924746"/>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grpSp>
        <p:nvGrpSpPr>
          <p:cNvPr name="Group 46" id="46"/>
          <p:cNvGrpSpPr/>
          <p:nvPr/>
        </p:nvGrpSpPr>
        <p:grpSpPr>
          <a:xfrm rot="0">
            <a:off x="5953135" y="4748749"/>
            <a:ext cx="677751" cy="677751"/>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48" id="48"/>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49" id="49"/>
          <p:cNvSpPr txBox="true"/>
          <p:nvPr/>
        </p:nvSpPr>
        <p:spPr>
          <a:xfrm rot="0">
            <a:off x="6900423" y="4729699"/>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50" id="50"/>
          <p:cNvSpPr txBox="true"/>
          <p:nvPr/>
        </p:nvSpPr>
        <p:spPr>
          <a:xfrm rot="0">
            <a:off x="6043955" y="4924746"/>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pSp>
        <p:nvGrpSpPr>
          <p:cNvPr name="Group 51" id="51"/>
          <p:cNvGrpSpPr/>
          <p:nvPr/>
        </p:nvGrpSpPr>
        <p:grpSpPr>
          <a:xfrm rot="0">
            <a:off x="1927240" y="6965275"/>
            <a:ext cx="677751" cy="67775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4" id="54"/>
          <p:cNvSpPr txBox="true"/>
          <p:nvPr/>
        </p:nvSpPr>
        <p:spPr>
          <a:xfrm rot="0">
            <a:off x="2874528" y="6946225"/>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55" id="55"/>
          <p:cNvSpPr txBox="true"/>
          <p:nvPr/>
        </p:nvSpPr>
        <p:spPr>
          <a:xfrm rot="0">
            <a:off x="2018060" y="714127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grpSp>
        <p:nvGrpSpPr>
          <p:cNvPr name="Group 56" id="56"/>
          <p:cNvGrpSpPr/>
          <p:nvPr/>
        </p:nvGrpSpPr>
        <p:grpSpPr>
          <a:xfrm rot="0">
            <a:off x="5953135" y="6965275"/>
            <a:ext cx="677751" cy="677751"/>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8" id="58"/>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9" id="59"/>
          <p:cNvSpPr txBox="true"/>
          <p:nvPr/>
        </p:nvSpPr>
        <p:spPr>
          <a:xfrm rot="0">
            <a:off x="6900423" y="6946225"/>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60" id="60"/>
          <p:cNvSpPr txBox="true"/>
          <p:nvPr/>
        </p:nvSpPr>
        <p:spPr>
          <a:xfrm rot="0">
            <a:off x="6043955" y="714127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2651" y="0"/>
            <a:ext cx="8260763" cy="10287000"/>
            <a:chOff x="0" y="0"/>
            <a:chExt cx="2175674" cy="2709333"/>
          </a:xfrm>
        </p:grpSpPr>
        <p:sp>
          <p:nvSpPr>
            <p:cNvPr name="Freeform 9" id="9"/>
            <p:cNvSpPr/>
            <p:nvPr/>
          </p:nvSpPr>
          <p:spPr>
            <a:xfrm flipH="false" flipV="false" rot="0">
              <a:off x="0" y="0"/>
              <a:ext cx="2175674" cy="2709333"/>
            </a:xfrm>
            <a:custGeom>
              <a:avLst/>
              <a:gdLst/>
              <a:ahLst/>
              <a:cxnLst/>
              <a:rect r="r" b="b" t="t" l="l"/>
              <a:pathLst>
                <a:path h="2709333" w="2175674">
                  <a:moveTo>
                    <a:pt x="0" y="0"/>
                  </a:moveTo>
                  <a:lnTo>
                    <a:pt x="2175674" y="0"/>
                  </a:lnTo>
                  <a:lnTo>
                    <a:pt x="2175674" y="2709333"/>
                  </a:lnTo>
                  <a:lnTo>
                    <a:pt x="0" y="2709333"/>
                  </a:lnTo>
                  <a:close/>
                </a:path>
              </a:pathLst>
            </a:custGeom>
            <a:solidFill>
              <a:srgbClr val="335ACF"/>
            </a:solidFill>
          </p:spPr>
        </p:sp>
        <p:sp>
          <p:nvSpPr>
            <p:cNvPr name="TextBox 10" id="10"/>
            <p:cNvSpPr txBox="true"/>
            <p:nvPr/>
          </p:nvSpPr>
          <p:spPr>
            <a:xfrm>
              <a:off x="0" y="-38100"/>
              <a:ext cx="2175674" cy="27474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8177932" y="8597752"/>
            <a:ext cx="110068" cy="660548"/>
            <a:chOff x="0" y="0"/>
            <a:chExt cx="28989" cy="173972"/>
          </a:xfrm>
        </p:grpSpPr>
        <p:sp>
          <p:nvSpPr>
            <p:cNvPr name="Freeform 13" id="1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4" id="1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453973" y="1844576"/>
            <a:ext cx="3334483" cy="6597848"/>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5" id="25"/>
          <p:cNvGrpSpPr>
            <a:grpSpLocks noChangeAspect="true"/>
          </p:cNvGrpSpPr>
          <p:nvPr/>
        </p:nvGrpSpPr>
        <p:grpSpPr>
          <a:xfrm rot="0">
            <a:off x="3053449" y="1844576"/>
            <a:ext cx="3334483" cy="6597848"/>
            <a:chOff x="0" y="0"/>
            <a:chExt cx="2620010" cy="5184140"/>
          </a:xfrm>
        </p:grpSpPr>
        <p:sp>
          <p:nvSpPr>
            <p:cNvPr name="Freeform 26" id="2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7" id="2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8" id="2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9" id="2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0" id="3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1" id="3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2" id="3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3" id="3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4" id="3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5" id="35"/>
          <p:cNvGrpSpPr>
            <a:grpSpLocks noChangeAspect="true"/>
          </p:cNvGrpSpPr>
          <p:nvPr/>
        </p:nvGrpSpPr>
        <p:grpSpPr>
          <a:xfrm rot="0">
            <a:off x="6560870" y="1844576"/>
            <a:ext cx="3334483" cy="6597848"/>
            <a:chOff x="0" y="0"/>
            <a:chExt cx="2620010" cy="5184140"/>
          </a:xfrm>
        </p:grpSpPr>
        <p:sp>
          <p:nvSpPr>
            <p:cNvPr name="Freeform 36" id="3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7" id="3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8" id="3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9" id="3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0" id="4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1" id="4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2" id="4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3" id="4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4" id="4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45" id="45"/>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46" id="4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47" id="4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48" id="4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49" id="4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50" id="50"/>
          <p:cNvGrpSpPr/>
          <p:nvPr/>
        </p:nvGrpSpPr>
        <p:grpSpPr>
          <a:xfrm rot="0">
            <a:off x="11551926" y="3984685"/>
            <a:ext cx="1042538" cy="47625"/>
            <a:chOff x="0" y="0"/>
            <a:chExt cx="274578" cy="12543"/>
          </a:xfrm>
        </p:grpSpPr>
        <p:sp>
          <p:nvSpPr>
            <p:cNvPr name="Freeform 51" id="51"/>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52" id="52"/>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53" id="53"/>
          <p:cNvSpPr txBox="true"/>
          <p:nvPr/>
        </p:nvSpPr>
        <p:spPr>
          <a:xfrm rot="0">
            <a:off x="11551926" y="2331983"/>
            <a:ext cx="4982921" cy="1407878"/>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Application Features</a:t>
            </a:r>
          </a:p>
        </p:txBody>
      </p:sp>
      <p:grpSp>
        <p:nvGrpSpPr>
          <p:cNvPr name="Group 54" id="54"/>
          <p:cNvGrpSpPr/>
          <p:nvPr/>
        </p:nvGrpSpPr>
        <p:grpSpPr>
          <a:xfrm rot="0">
            <a:off x="11551926" y="4818459"/>
            <a:ext cx="677751" cy="67775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6" id="56"/>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7" id="57"/>
          <p:cNvSpPr txBox="true"/>
          <p:nvPr/>
        </p:nvSpPr>
        <p:spPr>
          <a:xfrm rot="0">
            <a:off x="12499214" y="4839423"/>
            <a:ext cx="4035634"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58" id="58"/>
          <p:cNvSpPr txBox="true"/>
          <p:nvPr/>
        </p:nvSpPr>
        <p:spPr>
          <a:xfrm rot="0">
            <a:off x="11642746" y="499445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grpSp>
        <p:nvGrpSpPr>
          <p:cNvPr name="Group 59" id="59"/>
          <p:cNvGrpSpPr/>
          <p:nvPr/>
        </p:nvGrpSpPr>
        <p:grpSpPr>
          <a:xfrm rot="0">
            <a:off x="11551926" y="6028813"/>
            <a:ext cx="677751" cy="677751"/>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61" id="61"/>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62" id="62"/>
          <p:cNvSpPr txBox="true"/>
          <p:nvPr/>
        </p:nvSpPr>
        <p:spPr>
          <a:xfrm rot="0">
            <a:off x="12499214" y="6049776"/>
            <a:ext cx="4035634"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63" id="63"/>
          <p:cNvSpPr txBox="true"/>
          <p:nvPr/>
        </p:nvSpPr>
        <p:spPr>
          <a:xfrm rot="0">
            <a:off x="11642746" y="620481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pSp>
        <p:nvGrpSpPr>
          <p:cNvPr name="Group 64" id="64"/>
          <p:cNvGrpSpPr/>
          <p:nvPr/>
        </p:nvGrpSpPr>
        <p:grpSpPr>
          <a:xfrm rot="0">
            <a:off x="11551926" y="7239166"/>
            <a:ext cx="677751" cy="67775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66" id="66"/>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67" id="67"/>
          <p:cNvSpPr txBox="true"/>
          <p:nvPr/>
        </p:nvSpPr>
        <p:spPr>
          <a:xfrm rot="0">
            <a:off x="12499214" y="7260130"/>
            <a:ext cx="4035634"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68" id="68"/>
          <p:cNvSpPr txBox="true"/>
          <p:nvPr/>
        </p:nvSpPr>
        <p:spPr>
          <a:xfrm rot="0">
            <a:off x="11642746" y="741516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2651" y="5334000"/>
            <a:ext cx="18320651" cy="4953000"/>
            <a:chOff x="0" y="0"/>
            <a:chExt cx="4825192" cy="1304494"/>
          </a:xfrm>
        </p:grpSpPr>
        <p:sp>
          <p:nvSpPr>
            <p:cNvPr name="Freeform 10" id="10"/>
            <p:cNvSpPr/>
            <p:nvPr/>
          </p:nvSpPr>
          <p:spPr>
            <a:xfrm flipH="false" flipV="false" rot="0">
              <a:off x="0" y="0"/>
              <a:ext cx="4825192" cy="1304494"/>
            </a:xfrm>
            <a:custGeom>
              <a:avLst/>
              <a:gdLst/>
              <a:ahLst/>
              <a:cxnLst/>
              <a:rect r="r" b="b" t="t" l="l"/>
              <a:pathLst>
                <a:path h="1304494" w="4825192">
                  <a:moveTo>
                    <a:pt x="0" y="0"/>
                  </a:moveTo>
                  <a:lnTo>
                    <a:pt x="4825192" y="0"/>
                  </a:lnTo>
                  <a:lnTo>
                    <a:pt x="4825192" y="1304494"/>
                  </a:lnTo>
                  <a:lnTo>
                    <a:pt x="0" y="1304494"/>
                  </a:lnTo>
                  <a:close/>
                </a:path>
              </a:pathLst>
            </a:custGeom>
            <a:solidFill>
              <a:srgbClr val="335ACF"/>
            </a:solidFill>
          </p:spPr>
        </p:sp>
        <p:sp>
          <p:nvSpPr>
            <p:cNvPr name="TextBox 11" id="11"/>
            <p:cNvSpPr txBox="true"/>
            <p:nvPr/>
          </p:nvSpPr>
          <p:spPr>
            <a:xfrm>
              <a:off x="0" y="-38100"/>
              <a:ext cx="4825192" cy="134259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8177932" y="8597752"/>
            <a:ext cx="110068" cy="660548"/>
            <a:chOff x="0" y="0"/>
            <a:chExt cx="28989" cy="173972"/>
          </a:xfrm>
        </p:grpSpPr>
        <p:sp>
          <p:nvSpPr>
            <p:cNvPr name="Freeform 13" id="1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537BF1"/>
            </a:solidFill>
          </p:spPr>
        </p:sp>
        <p:sp>
          <p:nvSpPr>
            <p:cNvPr name="TextBox 14" id="1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1835457" y="3287447"/>
            <a:ext cx="2068613" cy="4093106"/>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5" id="25"/>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6" id="2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7" id="2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8" id="2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9" id="2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30" id="30"/>
          <p:cNvGrpSpPr>
            <a:grpSpLocks noChangeAspect="true"/>
          </p:cNvGrpSpPr>
          <p:nvPr/>
        </p:nvGrpSpPr>
        <p:grpSpPr>
          <a:xfrm rot="0">
            <a:off x="4345151" y="3287447"/>
            <a:ext cx="2068613" cy="4093106"/>
            <a:chOff x="0" y="0"/>
            <a:chExt cx="2620010" cy="5184140"/>
          </a:xfrm>
        </p:grpSpPr>
        <p:sp>
          <p:nvSpPr>
            <p:cNvPr name="Freeform 31" id="3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2" id="3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3" id="3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4" id="3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5" id="3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6" id="3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7" id="3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8" id="3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9" id="3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0" id="40"/>
          <p:cNvGrpSpPr>
            <a:grpSpLocks noChangeAspect="true"/>
          </p:cNvGrpSpPr>
          <p:nvPr/>
        </p:nvGrpSpPr>
        <p:grpSpPr>
          <a:xfrm rot="0">
            <a:off x="6854846" y="3287447"/>
            <a:ext cx="2068613" cy="4093106"/>
            <a:chOff x="0" y="0"/>
            <a:chExt cx="2620010" cy="5184140"/>
          </a:xfrm>
        </p:grpSpPr>
        <p:sp>
          <p:nvSpPr>
            <p:cNvPr name="Freeform 41" id="4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2" id="4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43" id="4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4" id="4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5" id="4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6" id="4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7" id="4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8" id="4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9" id="4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50" id="50"/>
          <p:cNvGrpSpPr>
            <a:grpSpLocks noChangeAspect="true"/>
          </p:cNvGrpSpPr>
          <p:nvPr/>
        </p:nvGrpSpPr>
        <p:grpSpPr>
          <a:xfrm rot="0">
            <a:off x="9364541" y="3287447"/>
            <a:ext cx="2068613" cy="4093106"/>
            <a:chOff x="0" y="0"/>
            <a:chExt cx="2620010" cy="5184140"/>
          </a:xfrm>
        </p:grpSpPr>
        <p:sp>
          <p:nvSpPr>
            <p:cNvPr name="Freeform 51" id="5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2" id="5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53" id="5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54" id="5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55" id="5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56" id="5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57" id="5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58" id="5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59" id="5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60" id="60"/>
          <p:cNvGrpSpPr>
            <a:grpSpLocks noChangeAspect="true"/>
          </p:cNvGrpSpPr>
          <p:nvPr/>
        </p:nvGrpSpPr>
        <p:grpSpPr>
          <a:xfrm rot="0">
            <a:off x="11874236" y="3287447"/>
            <a:ext cx="2068613" cy="4093106"/>
            <a:chOff x="0" y="0"/>
            <a:chExt cx="2620010" cy="5184140"/>
          </a:xfrm>
        </p:grpSpPr>
        <p:sp>
          <p:nvSpPr>
            <p:cNvPr name="Freeform 61" id="6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62" id="6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63" id="6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64" id="6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65" id="6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66" id="6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67" id="6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68" id="6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69" id="6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70" id="70"/>
          <p:cNvGrpSpPr>
            <a:grpSpLocks noChangeAspect="true"/>
          </p:cNvGrpSpPr>
          <p:nvPr/>
        </p:nvGrpSpPr>
        <p:grpSpPr>
          <a:xfrm rot="0">
            <a:off x="14383930" y="3287447"/>
            <a:ext cx="2068613" cy="4093106"/>
            <a:chOff x="0" y="0"/>
            <a:chExt cx="2620010" cy="5184140"/>
          </a:xfrm>
        </p:grpSpPr>
        <p:sp>
          <p:nvSpPr>
            <p:cNvPr name="Freeform 71" id="7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2" id="7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73" id="7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74" id="7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75" id="7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76" id="7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77" id="7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78" id="7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79" id="7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80" id="80"/>
          <p:cNvGrpSpPr/>
          <p:nvPr/>
        </p:nvGrpSpPr>
        <p:grpSpPr>
          <a:xfrm rot="0">
            <a:off x="8825038" y="2715947"/>
            <a:ext cx="1042538" cy="47625"/>
            <a:chOff x="0" y="0"/>
            <a:chExt cx="274578" cy="12543"/>
          </a:xfrm>
        </p:grpSpPr>
        <p:sp>
          <p:nvSpPr>
            <p:cNvPr name="Freeform 81" id="81"/>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82" id="82"/>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83" id="83"/>
          <p:cNvSpPr txBox="true"/>
          <p:nvPr/>
        </p:nvSpPr>
        <p:spPr>
          <a:xfrm rot="0">
            <a:off x="6132341" y="1826418"/>
            <a:ext cx="6427931" cy="731677"/>
          </a:xfrm>
          <a:prstGeom prst="rect">
            <a:avLst/>
          </a:prstGeom>
        </p:spPr>
        <p:txBody>
          <a:bodyPr anchor="t" rtlCol="false" tIns="0" lIns="0" bIns="0" rIns="0">
            <a:spAutoFit/>
          </a:bodyPr>
          <a:lstStyle/>
          <a:p>
            <a:pPr algn="ctr">
              <a:lnSpc>
                <a:spcPts val="5336"/>
              </a:lnSpc>
            </a:pPr>
            <a:r>
              <a:rPr lang="en-US" b="true" sz="4560">
                <a:solidFill>
                  <a:srgbClr val="1F2020"/>
                </a:solidFill>
                <a:latin typeface="Poppins Bold"/>
                <a:ea typeface="Poppins Bold"/>
                <a:cs typeface="Poppins Bold"/>
                <a:sym typeface="Poppins Bold"/>
              </a:rPr>
              <a:t>Portfolio Section</a:t>
            </a:r>
          </a:p>
        </p:txBody>
      </p:sp>
      <p:sp>
        <p:nvSpPr>
          <p:cNvPr name="TextBox 84" id="84"/>
          <p:cNvSpPr txBox="true"/>
          <p:nvPr/>
        </p:nvSpPr>
        <p:spPr>
          <a:xfrm rot="0">
            <a:off x="3673887" y="8094928"/>
            <a:ext cx="10940226" cy="407372"/>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947856" y="4835475"/>
            <a:ext cx="3040836" cy="6016817"/>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2" id="2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27" id="27"/>
          <p:cNvGrpSpPr>
            <a:grpSpLocks noChangeAspect="true"/>
          </p:cNvGrpSpPr>
          <p:nvPr/>
        </p:nvGrpSpPr>
        <p:grpSpPr>
          <a:xfrm rot="0">
            <a:off x="4250703" y="2135091"/>
            <a:ext cx="3040836" cy="6016817"/>
            <a:chOff x="0" y="0"/>
            <a:chExt cx="2620010" cy="5184140"/>
          </a:xfrm>
        </p:grpSpPr>
        <p:sp>
          <p:nvSpPr>
            <p:cNvPr name="Freeform 28" id="2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9" id="2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0" id="3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1" id="3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2" id="3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3" id="3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4" id="3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5" id="3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6" id="3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7" id="37"/>
          <p:cNvGrpSpPr>
            <a:grpSpLocks noChangeAspect="true"/>
          </p:cNvGrpSpPr>
          <p:nvPr/>
        </p:nvGrpSpPr>
        <p:grpSpPr>
          <a:xfrm rot="0">
            <a:off x="7553550" y="-565292"/>
            <a:ext cx="3040836" cy="6016817"/>
            <a:chOff x="0" y="0"/>
            <a:chExt cx="2620010" cy="5184140"/>
          </a:xfrm>
        </p:grpSpPr>
        <p:sp>
          <p:nvSpPr>
            <p:cNvPr name="Freeform 38" id="3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9" id="3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40" id="4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1" id="4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2" id="4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3" id="4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4" id="4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5" id="4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6" id="4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7" id="47"/>
          <p:cNvGrpSpPr/>
          <p:nvPr/>
        </p:nvGrpSpPr>
        <p:grpSpPr>
          <a:xfrm rot="0">
            <a:off x="11893585" y="3390968"/>
            <a:ext cx="1042538" cy="47625"/>
            <a:chOff x="0" y="0"/>
            <a:chExt cx="274578" cy="12543"/>
          </a:xfrm>
        </p:grpSpPr>
        <p:sp>
          <p:nvSpPr>
            <p:cNvPr name="Freeform 48" id="4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49" id="4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50" id="50"/>
          <p:cNvSpPr txBox="true"/>
          <p:nvPr/>
        </p:nvSpPr>
        <p:spPr>
          <a:xfrm rot="0">
            <a:off x="11893585" y="2500267"/>
            <a:ext cx="498292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Menu Display</a:t>
            </a:r>
          </a:p>
        </p:txBody>
      </p:sp>
      <p:grpSp>
        <p:nvGrpSpPr>
          <p:cNvPr name="Group 51" id="51"/>
          <p:cNvGrpSpPr/>
          <p:nvPr/>
        </p:nvGrpSpPr>
        <p:grpSpPr>
          <a:xfrm rot="0">
            <a:off x="8724083" y="6925982"/>
            <a:ext cx="677751" cy="67775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4" id="54"/>
          <p:cNvSpPr txBox="true"/>
          <p:nvPr/>
        </p:nvSpPr>
        <p:spPr>
          <a:xfrm rot="0">
            <a:off x="9671370" y="6906932"/>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55" id="55"/>
          <p:cNvSpPr txBox="true"/>
          <p:nvPr/>
        </p:nvSpPr>
        <p:spPr>
          <a:xfrm rot="0">
            <a:off x="8814903" y="710197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grpSp>
        <p:nvGrpSpPr>
          <p:cNvPr name="Group 56" id="56"/>
          <p:cNvGrpSpPr/>
          <p:nvPr/>
        </p:nvGrpSpPr>
        <p:grpSpPr>
          <a:xfrm rot="0">
            <a:off x="13031373" y="6925982"/>
            <a:ext cx="677751" cy="677751"/>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8" id="58"/>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9" id="59"/>
          <p:cNvSpPr txBox="true"/>
          <p:nvPr/>
        </p:nvSpPr>
        <p:spPr>
          <a:xfrm rot="0">
            <a:off x="13978661" y="6906932"/>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60" id="60"/>
          <p:cNvSpPr txBox="true"/>
          <p:nvPr/>
        </p:nvSpPr>
        <p:spPr>
          <a:xfrm rot="0">
            <a:off x="13122193" y="710197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61" id="61"/>
          <p:cNvSpPr txBox="true"/>
          <p:nvPr/>
        </p:nvSpPr>
        <p:spPr>
          <a:xfrm rot="0">
            <a:off x="11893585" y="4203461"/>
            <a:ext cx="4328653"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13062519" y="1736008"/>
            <a:ext cx="3444222" cy="6814984"/>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2" id="2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27" id="27"/>
          <p:cNvGrpSpPr/>
          <p:nvPr/>
        </p:nvGrpSpPr>
        <p:grpSpPr>
          <a:xfrm rot="0">
            <a:off x="2070960" y="3029716"/>
            <a:ext cx="1042538" cy="47625"/>
            <a:chOff x="0" y="0"/>
            <a:chExt cx="274578" cy="12543"/>
          </a:xfrm>
        </p:grpSpPr>
        <p:sp>
          <p:nvSpPr>
            <p:cNvPr name="Freeform 28" id="2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29" id="2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2070960" y="2139014"/>
            <a:ext cx="684079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Application Service</a:t>
            </a:r>
          </a:p>
        </p:txBody>
      </p:sp>
      <p:grpSp>
        <p:nvGrpSpPr>
          <p:cNvPr name="Group 31" id="31"/>
          <p:cNvGrpSpPr/>
          <p:nvPr/>
        </p:nvGrpSpPr>
        <p:grpSpPr>
          <a:xfrm rot="0">
            <a:off x="2070960" y="3873661"/>
            <a:ext cx="4677331" cy="467733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4690" y="0"/>
                  </a:moveTo>
                  <a:lnTo>
                    <a:pt x="768110" y="0"/>
                  </a:lnTo>
                  <a:cubicBezTo>
                    <a:pt x="779962" y="0"/>
                    <a:pt x="791329" y="4708"/>
                    <a:pt x="799710" y="13090"/>
                  </a:cubicBezTo>
                  <a:cubicBezTo>
                    <a:pt x="808092" y="21471"/>
                    <a:pt x="812800" y="32838"/>
                    <a:pt x="812800" y="44690"/>
                  </a:cubicBezTo>
                  <a:lnTo>
                    <a:pt x="812800" y="768110"/>
                  </a:lnTo>
                  <a:cubicBezTo>
                    <a:pt x="812800" y="779962"/>
                    <a:pt x="808092" y="791329"/>
                    <a:pt x="799710" y="799710"/>
                  </a:cubicBezTo>
                  <a:cubicBezTo>
                    <a:pt x="791329" y="808092"/>
                    <a:pt x="779962" y="812800"/>
                    <a:pt x="768110" y="812800"/>
                  </a:cubicBezTo>
                  <a:lnTo>
                    <a:pt x="44690" y="812800"/>
                  </a:lnTo>
                  <a:cubicBezTo>
                    <a:pt x="32838" y="812800"/>
                    <a:pt x="21471" y="808092"/>
                    <a:pt x="13090" y="799710"/>
                  </a:cubicBezTo>
                  <a:cubicBezTo>
                    <a:pt x="4708" y="791329"/>
                    <a:pt x="0" y="779962"/>
                    <a:pt x="0" y="768110"/>
                  </a:cubicBezTo>
                  <a:lnTo>
                    <a:pt x="0" y="44690"/>
                  </a:lnTo>
                  <a:cubicBezTo>
                    <a:pt x="0" y="32838"/>
                    <a:pt x="4708" y="21471"/>
                    <a:pt x="13090" y="13090"/>
                  </a:cubicBezTo>
                  <a:cubicBezTo>
                    <a:pt x="21471" y="4708"/>
                    <a:pt x="32838" y="0"/>
                    <a:pt x="44690" y="0"/>
                  </a:cubicBezTo>
                  <a:close/>
                </a:path>
              </a:pathLst>
            </a:custGeom>
            <a:solidFill>
              <a:srgbClr val="F8F8F8"/>
            </a:solidFill>
          </p:spPr>
        </p:sp>
        <p:sp>
          <p:nvSpPr>
            <p:cNvPr name="TextBox 33" id="3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34" id="34"/>
          <p:cNvGrpSpPr/>
          <p:nvPr/>
        </p:nvGrpSpPr>
        <p:grpSpPr>
          <a:xfrm rot="0">
            <a:off x="7280288" y="3873661"/>
            <a:ext cx="4677331" cy="467733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4690" y="0"/>
                  </a:moveTo>
                  <a:lnTo>
                    <a:pt x="768110" y="0"/>
                  </a:lnTo>
                  <a:cubicBezTo>
                    <a:pt x="779962" y="0"/>
                    <a:pt x="791329" y="4708"/>
                    <a:pt x="799710" y="13090"/>
                  </a:cubicBezTo>
                  <a:cubicBezTo>
                    <a:pt x="808092" y="21471"/>
                    <a:pt x="812800" y="32838"/>
                    <a:pt x="812800" y="44690"/>
                  </a:cubicBezTo>
                  <a:lnTo>
                    <a:pt x="812800" y="768110"/>
                  </a:lnTo>
                  <a:cubicBezTo>
                    <a:pt x="812800" y="779962"/>
                    <a:pt x="808092" y="791329"/>
                    <a:pt x="799710" y="799710"/>
                  </a:cubicBezTo>
                  <a:cubicBezTo>
                    <a:pt x="791329" y="808092"/>
                    <a:pt x="779962" y="812800"/>
                    <a:pt x="768110" y="812800"/>
                  </a:cubicBezTo>
                  <a:lnTo>
                    <a:pt x="44690" y="812800"/>
                  </a:lnTo>
                  <a:cubicBezTo>
                    <a:pt x="32838" y="812800"/>
                    <a:pt x="21471" y="808092"/>
                    <a:pt x="13090" y="799710"/>
                  </a:cubicBezTo>
                  <a:cubicBezTo>
                    <a:pt x="4708" y="791329"/>
                    <a:pt x="0" y="779962"/>
                    <a:pt x="0" y="768110"/>
                  </a:cubicBezTo>
                  <a:lnTo>
                    <a:pt x="0" y="44690"/>
                  </a:lnTo>
                  <a:cubicBezTo>
                    <a:pt x="0" y="32838"/>
                    <a:pt x="4708" y="21471"/>
                    <a:pt x="13090" y="13090"/>
                  </a:cubicBezTo>
                  <a:cubicBezTo>
                    <a:pt x="21471" y="4708"/>
                    <a:pt x="32838" y="0"/>
                    <a:pt x="44690" y="0"/>
                  </a:cubicBezTo>
                  <a:close/>
                </a:path>
              </a:pathLst>
            </a:custGeom>
            <a:solidFill>
              <a:srgbClr val="335ACF"/>
            </a:solidFill>
          </p:spPr>
        </p:sp>
        <p:sp>
          <p:nvSpPr>
            <p:cNvPr name="TextBox 36" id="3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37" id="37"/>
          <p:cNvGrpSpPr/>
          <p:nvPr/>
        </p:nvGrpSpPr>
        <p:grpSpPr>
          <a:xfrm rot="0">
            <a:off x="2985164" y="4635387"/>
            <a:ext cx="1121789" cy="1121789"/>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39" id="39"/>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40" id="40"/>
          <p:cNvSpPr/>
          <p:nvPr/>
        </p:nvSpPr>
        <p:spPr>
          <a:xfrm flipH="false" flipV="false" rot="0">
            <a:off x="4119513" y="7656187"/>
            <a:ext cx="247059" cy="130941"/>
          </a:xfrm>
          <a:custGeom>
            <a:avLst/>
            <a:gdLst/>
            <a:ahLst/>
            <a:cxnLst/>
            <a:rect r="r" b="b" t="t" l="l"/>
            <a:pathLst>
              <a:path h="130941" w="247059">
                <a:moveTo>
                  <a:pt x="0" y="0"/>
                </a:moveTo>
                <a:lnTo>
                  <a:pt x="247059" y="0"/>
                </a:lnTo>
                <a:lnTo>
                  <a:pt x="247059" y="130941"/>
                </a:lnTo>
                <a:lnTo>
                  <a:pt x="0" y="1309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1" id="41"/>
          <p:cNvGrpSpPr/>
          <p:nvPr/>
        </p:nvGrpSpPr>
        <p:grpSpPr>
          <a:xfrm rot="0">
            <a:off x="8194492" y="4635387"/>
            <a:ext cx="1121789" cy="1121789"/>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3" id="4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44" id="44"/>
          <p:cNvSpPr/>
          <p:nvPr/>
        </p:nvSpPr>
        <p:spPr>
          <a:xfrm flipH="false" flipV="false" rot="0">
            <a:off x="9328841" y="7656187"/>
            <a:ext cx="247059" cy="130941"/>
          </a:xfrm>
          <a:custGeom>
            <a:avLst/>
            <a:gdLst/>
            <a:ahLst/>
            <a:cxnLst/>
            <a:rect r="r" b="b" t="t" l="l"/>
            <a:pathLst>
              <a:path h="130941" w="247059">
                <a:moveTo>
                  <a:pt x="0" y="0"/>
                </a:moveTo>
                <a:lnTo>
                  <a:pt x="247059" y="0"/>
                </a:lnTo>
                <a:lnTo>
                  <a:pt x="247059" y="130941"/>
                </a:lnTo>
                <a:lnTo>
                  <a:pt x="0" y="1309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5" id="45"/>
          <p:cNvSpPr/>
          <p:nvPr/>
        </p:nvSpPr>
        <p:spPr>
          <a:xfrm flipH="false" flipV="false" rot="0">
            <a:off x="3333486" y="4983710"/>
            <a:ext cx="425144" cy="425144"/>
          </a:xfrm>
          <a:custGeom>
            <a:avLst/>
            <a:gdLst/>
            <a:ahLst/>
            <a:cxnLst/>
            <a:rect r="r" b="b" t="t" l="l"/>
            <a:pathLst>
              <a:path h="425144" w="425144">
                <a:moveTo>
                  <a:pt x="0" y="0"/>
                </a:moveTo>
                <a:lnTo>
                  <a:pt x="425144" y="0"/>
                </a:lnTo>
                <a:lnTo>
                  <a:pt x="425144" y="425144"/>
                </a:lnTo>
                <a:lnTo>
                  <a:pt x="0" y="4251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6" id="46"/>
          <p:cNvSpPr/>
          <p:nvPr/>
        </p:nvSpPr>
        <p:spPr>
          <a:xfrm flipH="false" flipV="false" rot="0">
            <a:off x="8498431" y="4983710"/>
            <a:ext cx="513910" cy="425144"/>
          </a:xfrm>
          <a:custGeom>
            <a:avLst/>
            <a:gdLst/>
            <a:ahLst/>
            <a:cxnLst/>
            <a:rect r="r" b="b" t="t" l="l"/>
            <a:pathLst>
              <a:path h="425144" w="513910">
                <a:moveTo>
                  <a:pt x="0" y="0"/>
                </a:moveTo>
                <a:lnTo>
                  <a:pt x="513910" y="0"/>
                </a:lnTo>
                <a:lnTo>
                  <a:pt x="513910" y="425144"/>
                </a:lnTo>
                <a:lnTo>
                  <a:pt x="0" y="4251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7" id="47"/>
          <p:cNvSpPr txBox="true"/>
          <p:nvPr/>
        </p:nvSpPr>
        <p:spPr>
          <a:xfrm rot="0">
            <a:off x="2985164" y="6483134"/>
            <a:ext cx="2925124" cy="826174"/>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48" id="48"/>
          <p:cNvSpPr txBox="true"/>
          <p:nvPr/>
        </p:nvSpPr>
        <p:spPr>
          <a:xfrm rot="0">
            <a:off x="2985164" y="6035503"/>
            <a:ext cx="2355637" cy="322422"/>
          </a:xfrm>
          <a:prstGeom prst="rect">
            <a:avLst/>
          </a:prstGeom>
        </p:spPr>
        <p:txBody>
          <a:bodyPr anchor="t" rtlCol="false" tIns="0" lIns="0" bIns="0" rIns="0">
            <a:spAutoFit/>
          </a:bodyPr>
          <a:lstStyle/>
          <a:p>
            <a:pPr algn="l">
              <a:lnSpc>
                <a:spcPts val="2628"/>
              </a:lnSpc>
              <a:spcBef>
                <a:spcPct val="0"/>
              </a:spcBef>
            </a:pPr>
            <a:r>
              <a:rPr lang="en-US" b="true" sz="1877">
                <a:solidFill>
                  <a:srgbClr val="335ACF"/>
                </a:solidFill>
                <a:latin typeface="Open Sans Bold"/>
                <a:ea typeface="Open Sans Bold"/>
                <a:cs typeface="Open Sans Bold"/>
                <a:sym typeface="Open Sans Bold"/>
              </a:rPr>
              <a:t>Service 01</a:t>
            </a:r>
          </a:p>
        </p:txBody>
      </p:sp>
      <p:sp>
        <p:nvSpPr>
          <p:cNvPr name="TextBox 49" id="49"/>
          <p:cNvSpPr txBox="true"/>
          <p:nvPr/>
        </p:nvSpPr>
        <p:spPr>
          <a:xfrm rot="0">
            <a:off x="2985164" y="7587075"/>
            <a:ext cx="11778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Learn More</a:t>
            </a:r>
          </a:p>
        </p:txBody>
      </p:sp>
      <p:sp>
        <p:nvSpPr>
          <p:cNvPr name="TextBox 50" id="50"/>
          <p:cNvSpPr txBox="true"/>
          <p:nvPr/>
        </p:nvSpPr>
        <p:spPr>
          <a:xfrm rot="0">
            <a:off x="8194492" y="6483134"/>
            <a:ext cx="2976731" cy="826174"/>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51" id="51"/>
          <p:cNvSpPr txBox="true"/>
          <p:nvPr/>
        </p:nvSpPr>
        <p:spPr>
          <a:xfrm rot="0">
            <a:off x="8194492" y="6035503"/>
            <a:ext cx="2355637" cy="322422"/>
          </a:xfrm>
          <a:prstGeom prst="rect">
            <a:avLst/>
          </a:prstGeom>
        </p:spPr>
        <p:txBody>
          <a:bodyPr anchor="t" rtlCol="false" tIns="0" lIns="0" bIns="0" rIns="0">
            <a:spAutoFit/>
          </a:bodyPr>
          <a:lstStyle/>
          <a:p>
            <a:pPr algn="l">
              <a:lnSpc>
                <a:spcPts val="2628"/>
              </a:lnSpc>
              <a:spcBef>
                <a:spcPct val="0"/>
              </a:spcBef>
            </a:pPr>
            <a:r>
              <a:rPr lang="en-US" b="true" sz="1877">
                <a:solidFill>
                  <a:srgbClr val="FFFFFF"/>
                </a:solidFill>
                <a:latin typeface="Open Sans Bold"/>
                <a:ea typeface="Open Sans Bold"/>
                <a:cs typeface="Open Sans Bold"/>
                <a:sym typeface="Open Sans Bold"/>
              </a:rPr>
              <a:t>Service 02</a:t>
            </a:r>
          </a:p>
        </p:txBody>
      </p:sp>
      <p:sp>
        <p:nvSpPr>
          <p:cNvPr name="TextBox 52" id="52"/>
          <p:cNvSpPr txBox="true"/>
          <p:nvPr/>
        </p:nvSpPr>
        <p:spPr>
          <a:xfrm rot="0">
            <a:off x="8194492" y="7587075"/>
            <a:ext cx="11778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Open Sans Bold"/>
                <a:ea typeface="Open Sans Bold"/>
                <a:cs typeface="Open Sans Bold"/>
                <a:sym typeface="Open Sans Bold"/>
              </a:rPr>
              <a:t>Learn More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3" id="1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4" id="1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5" id="1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16" id="1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7" id="17"/>
          <p:cNvGrpSpPr>
            <a:grpSpLocks noChangeAspect="true"/>
          </p:cNvGrpSpPr>
          <p:nvPr/>
        </p:nvGrpSpPr>
        <p:grpSpPr>
          <a:xfrm rot="0">
            <a:off x="4313621" y="-592800"/>
            <a:ext cx="4658921" cy="9218475"/>
            <a:chOff x="0" y="0"/>
            <a:chExt cx="2620010" cy="5184140"/>
          </a:xfrm>
        </p:grpSpPr>
        <p:sp>
          <p:nvSpPr>
            <p:cNvPr name="Freeform 18" id="1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9" id="1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0" id="2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1" id="2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2" id="2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3" id="2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4" id="2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5" id="2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6" id="2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7" id="27"/>
          <p:cNvGrpSpPr>
            <a:grpSpLocks noChangeAspect="true"/>
          </p:cNvGrpSpPr>
          <p:nvPr/>
        </p:nvGrpSpPr>
        <p:grpSpPr>
          <a:xfrm rot="0">
            <a:off x="-563694" y="1661325"/>
            <a:ext cx="4658921" cy="9218475"/>
            <a:chOff x="0" y="0"/>
            <a:chExt cx="2620010" cy="5184140"/>
          </a:xfrm>
        </p:grpSpPr>
        <p:sp>
          <p:nvSpPr>
            <p:cNvPr name="Freeform 28" id="2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9" id="2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0" id="3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1" id="3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2" id="3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3" id="3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4" id="3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5" id="3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6" id="3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7" id="37"/>
          <p:cNvGrpSpPr/>
          <p:nvPr/>
        </p:nvGrpSpPr>
        <p:grpSpPr>
          <a:xfrm rot="0">
            <a:off x="10638396" y="3192387"/>
            <a:ext cx="1042538" cy="47625"/>
            <a:chOff x="0" y="0"/>
            <a:chExt cx="274578" cy="12543"/>
          </a:xfrm>
        </p:grpSpPr>
        <p:sp>
          <p:nvSpPr>
            <p:cNvPr name="Freeform 38" id="3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39" id="3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10638396" y="2282636"/>
            <a:ext cx="498292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News Update</a:t>
            </a:r>
          </a:p>
        </p:txBody>
      </p:sp>
      <p:pic>
        <p:nvPicPr>
          <p:cNvPr name="Picture 41" id="41"/>
          <p:cNvPicPr>
            <a:picLocks noChangeAspect="true"/>
          </p:cNvPicPr>
          <p:nvPr/>
        </p:nvPicPr>
        <p:blipFill>
          <a:blip r:embed="rId5"/>
          <a:stretch>
            <a:fillRect/>
          </a:stretch>
        </p:blipFill>
        <p:spPr>
          <a:xfrm rot="0">
            <a:off x="10480733" y="4046189"/>
            <a:ext cx="1891960" cy="1891960"/>
          </a:xfrm>
          <a:prstGeom prst="rect">
            <a:avLst/>
          </a:prstGeom>
        </p:spPr>
      </p:pic>
      <p:sp>
        <p:nvSpPr>
          <p:cNvPr name="TextBox 42" id="42"/>
          <p:cNvSpPr txBox="true"/>
          <p:nvPr/>
        </p:nvSpPr>
        <p:spPr>
          <a:xfrm rot="0">
            <a:off x="10638396" y="5924833"/>
            <a:ext cx="1576633" cy="272431"/>
          </a:xfrm>
          <a:prstGeom prst="rect">
            <a:avLst/>
          </a:prstGeom>
        </p:spPr>
        <p:txBody>
          <a:bodyPr anchor="t" rtlCol="false" tIns="0" lIns="0" bIns="0" rIns="0">
            <a:spAutoFit/>
          </a:bodyPr>
          <a:lstStyle/>
          <a:p>
            <a:pPr algn="ctr">
              <a:lnSpc>
                <a:spcPts val="2109"/>
              </a:lnSpc>
              <a:spcBef>
                <a:spcPct val="0"/>
              </a:spcBef>
            </a:pPr>
            <a:r>
              <a:rPr lang="en-US" b="true" sz="1506">
                <a:solidFill>
                  <a:srgbClr val="335ACF"/>
                </a:solidFill>
                <a:latin typeface="Poppins Bold"/>
                <a:ea typeface="Poppins Bold"/>
                <a:cs typeface="Poppins Bold"/>
                <a:sym typeface="Poppins Bold"/>
              </a:rPr>
              <a:t>Update 01</a:t>
            </a:r>
          </a:p>
        </p:txBody>
      </p:sp>
      <p:pic>
        <p:nvPicPr>
          <p:cNvPr name="Picture 43" id="43"/>
          <p:cNvPicPr>
            <a:picLocks noChangeAspect="true"/>
          </p:cNvPicPr>
          <p:nvPr/>
        </p:nvPicPr>
        <p:blipFill>
          <a:blip r:embed="rId6"/>
          <a:stretch>
            <a:fillRect/>
          </a:stretch>
        </p:blipFill>
        <p:spPr>
          <a:xfrm rot="0">
            <a:off x="12511419" y="4046189"/>
            <a:ext cx="1891960" cy="1891960"/>
          </a:xfrm>
          <a:prstGeom prst="rect">
            <a:avLst/>
          </a:prstGeom>
        </p:spPr>
      </p:pic>
      <p:sp>
        <p:nvSpPr>
          <p:cNvPr name="TextBox 44" id="44"/>
          <p:cNvSpPr txBox="true"/>
          <p:nvPr/>
        </p:nvSpPr>
        <p:spPr>
          <a:xfrm rot="0">
            <a:off x="12669082" y="5924833"/>
            <a:ext cx="1576633" cy="272431"/>
          </a:xfrm>
          <a:prstGeom prst="rect">
            <a:avLst/>
          </a:prstGeom>
        </p:spPr>
        <p:txBody>
          <a:bodyPr anchor="t" rtlCol="false" tIns="0" lIns="0" bIns="0" rIns="0">
            <a:spAutoFit/>
          </a:bodyPr>
          <a:lstStyle/>
          <a:p>
            <a:pPr algn="ctr">
              <a:lnSpc>
                <a:spcPts val="2109"/>
              </a:lnSpc>
              <a:spcBef>
                <a:spcPct val="0"/>
              </a:spcBef>
            </a:pPr>
            <a:r>
              <a:rPr lang="en-US" b="true" sz="1506">
                <a:solidFill>
                  <a:srgbClr val="335ACF"/>
                </a:solidFill>
                <a:latin typeface="Poppins Bold"/>
                <a:ea typeface="Poppins Bold"/>
                <a:cs typeface="Poppins Bold"/>
                <a:sym typeface="Poppins Bold"/>
              </a:rPr>
              <a:t>Update 02</a:t>
            </a:r>
          </a:p>
        </p:txBody>
      </p:sp>
      <p:pic>
        <p:nvPicPr>
          <p:cNvPr name="Picture 45" id="45"/>
          <p:cNvPicPr>
            <a:picLocks noChangeAspect="true"/>
          </p:cNvPicPr>
          <p:nvPr/>
        </p:nvPicPr>
        <p:blipFill>
          <a:blip r:embed="rId7"/>
          <a:stretch>
            <a:fillRect/>
          </a:stretch>
        </p:blipFill>
        <p:spPr>
          <a:xfrm rot="0">
            <a:off x="14542808" y="4046189"/>
            <a:ext cx="1891960" cy="1891960"/>
          </a:xfrm>
          <a:prstGeom prst="rect">
            <a:avLst/>
          </a:prstGeom>
        </p:spPr>
      </p:pic>
      <p:sp>
        <p:nvSpPr>
          <p:cNvPr name="TextBox 46" id="46"/>
          <p:cNvSpPr txBox="true"/>
          <p:nvPr/>
        </p:nvSpPr>
        <p:spPr>
          <a:xfrm rot="0">
            <a:off x="14700471" y="5924833"/>
            <a:ext cx="1576633" cy="272431"/>
          </a:xfrm>
          <a:prstGeom prst="rect">
            <a:avLst/>
          </a:prstGeom>
        </p:spPr>
        <p:txBody>
          <a:bodyPr anchor="t" rtlCol="false" tIns="0" lIns="0" bIns="0" rIns="0">
            <a:spAutoFit/>
          </a:bodyPr>
          <a:lstStyle/>
          <a:p>
            <a:pPr algn="ctr">
              <a:lnSpc>
                <a:spcPts val="2109"/>
              </a:lnSpc>
              <a:spcBef>
                <a:spcPct val="0"/>
              </a:spcBef>
            </a:pPr>
            <a:r>
              <a:rPr lang="en-US" b="true" sz="1506">
                <a:solidFill>
                  <a:srgbClr val="335ACF"/>
                </a:solidFill>
                <a:latin typeface="Poppins Bold"/>
                <a:ea typeface="Poppins Bold"/>
                <a:cs typeface="Poppins Bold"/>
                <a:sym typeface="Poppins Bold"/>
              </a:rPr>
              <a:t>Update 03</a:t>
            </a:r>
          </a:p>
        </p:txBody>
      </p:sp>
      <p:sp>
        <p:nvSpPr>
          <p:cNvPr name="TextBox 47" id="47"/>
          <p:cNvSpPr txBox="true"/>
          <p:nvPr/>
        </p:nvSpPr>
        <p:spPr>
          <a:xfrm rot="0">
            <a:off x="10638396" y="6930689"/>
            <a:ext cx="5767244"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222926" y="5797632"/>
            <a:ext cx="8887018" cy="888701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8713388" y="1860297"/>
            <a:ext cx="4627172" cy="9155655"/>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5" id="25"/>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6" id="2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7" id="2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8" id="2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9" id="2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30" id="30"/>
          <p:cNvGrpSpPr>
            <a:grpSpLocks noChangeAspect="true"/>
          </p:cNvGrpSpPr>
          <p:nvPr/>
        </p:nvGrpSpPr>
        <p:grpSpPr>
          <a:xfrm rot="1427266">
            <a:off x="12617627" y="2278681"/>
            <a:ext cx="3556881" cy="7037901"/>
            <a:chOff x="0" y="0"/>
            <a:chExt cx="2620010" cy="5184140"/>
          </a:xfrm>
        </p:grpSpPr>
        <p:sp>
          <p:nvSpPr>
            <p:cNvPr name="Freeform 31" id="3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2" id="3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3" id="3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4" id="3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5" id="3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6" id="3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7" id="3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8" id="3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9" id="3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0" id="40"/>
          <p:cNvGrpSpPr/>
          <p:nvPr/>
        </p:nvGrpSpPr>
        <p:grpSpPr>
          <a:xfrm rot="0">
            <a:off x="2005352" y="3702532"/>
            <a:ext cx="1042538" cy="47625"/>
            <a:chOff x="0" y="0"/>
            <a:chExt cx="274578" cy="12543"/>
          </a:xfrm>
        </p:grpSpPr>
        <p:sp>
          <p:nvSpPr>
            <p:cNvPr name="Freeform 41" id="41"/>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42" id="42"/>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2005352" y="2792780"/>
            <a:ext cx="498292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Contact Us</a:t>
            </a:r>
          </a:p>
        </p:txBody>
      </p:sp>
      <p:sp>
        <p:nvSpPr>
          <p:cNvPr name="Freeform 44" id="44"/>
          <p:cNvSpPr/>
          <p:nvPr/>
        </p:nvSpPr>
        <p:spPr>
          <a:xfrm flipH="false" flipV="false" rot="0">
            <a:off x="2005352" y="4666888"/>
            <a:ext cx="351730" cy="351730"/>
          </a:xfrm>
          <a:custGeom>
            <a:avLst/>
            <a:gdLst/>
            <a:ahLst/>
            <a:cxnLst/>
            <a:rect r="r" b="b" t="t" l="l"/>
            <a:pathLst>
              <a:path h="351730" w="351730">
                <a:moveTo>
                  <a:pt x="0" y="0"/>
                </a:moveTo>
                <a:lnTo>
                  <a:pt x="351731" y="0"/>
                </a:lnTo>
                <a:lnTo>
                  <a:pt x="351731" y="351731"/>
                </a:lnTo>
                <a:lnTo>
                  <a:pt x="0" y="3517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5" id="45"/>
          <p:cNvSpPr txBox="true"/>
          <p:nvPr/>
        </p:nvSpPr>
        <p:spPr>
          <a:xfrm rot="0">
            <a:off x="2643200" y="4654394"/>
            <a:ext cx="3497630"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+123-456-7890</a:t>
            </a:r>
          </a:p>
        </p:txBody>
      </p:sp>
      <p:sp>
        <p:nvSpPr>
          <p:cNvPr name="Freeform 46" id="46"/>
          <p:cNvSpPr/>
          <p:nvPr/>
        </p:nvSpPr>
        <p:spPr>
          <a:xfrm flipH="false" flipV="false" rot="0">
            <a:off x="2005352" y="5481902"/>
            <a:ext cx="351730" cy="351730"/>
          </a:xfrm>
          <a:custGeom>
            <a:avLst/>
            <a:gdLst/>
            <a:ahLst/>
            <a:cxnLst/>
            <a:rect r="r" b="b" t="t" l="l"/>
            <a:pathLst>
              <a:path h="351730" w="351730">
                <a:moveTo>
                  <a:pt x="0" y="0"/>
                </a:moveTo>
                <a:lnTo>
                  <a:pt x="351731" y="0"/>
                </a:lnTo>
                <a:lnTo>
                  <a:pt x="351731" y="351730"/>
                </a:lnTo>
                <a:lnTo>
                  <a:pt x="0" y="3517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7" id="47"/>
          <p:cNvSpPr txBox="true"/>
          <p:nvPr/>
        </p:nvSpPr>
        <p:spPr>
          <a:xfrm rot="0">
            <a:off x="2643200" y="5469408"/>
            <a:ext cx="3497630"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www.reallygreatsite.com</a:t>
            </a:r>
          </a:p>
        </p:txBody>
      </p:sp>
      <p:sp>
        <p:nvSpPr>
          <p:cNvPr name="Freeform 48" id="48"/>
          <p:cNvSpPr/>
          <p:nvPr/>
        </p:nvSpPr>
        <p:spPr>
          <a:xfrm flipH="false" flipV="false" rot="0">
            <a:off x="2005352" y="6293146"/>
            <a:ext cx="351730" cy="351730"/>
          </a:xfrm>
          <a:custGeom>
            <a:avLst/>
            <a:gdLst/>
            <a:ahLst/>
            <a:cxnLst/>
            <a:rect r="r" b="b" t="t" l="l"/>
            <a:pathLst>
              <a:path h="351730" w="351730">
                <a:moveTo>
                  <a:pt x="0" y="0"/>
                </a:moveTo>
                <a:lnTo>
                  <a:pt x="351731" y="0"/>
                </a:lnTo>
                <a:lnTo>
                  <a:pt x="351731" y="351730"/>
                </a:lnTo>
                <a:lnTo>
                  <a:pt x="0" y="3517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9" id="49"/>
          <p:cNvSpPr txBox="true"/>
          <p:nvPr/>
        </p:nvSpPr>
        <p:spPr>
          <a:xfrm rot="0">
            <a:off x="2643200" y="6287365"/>
            <a:ext cx="3497630"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hello@reallygreatsite.com</a:t>
            </a:r>
          </a:p>
        </p:txBody>
      </p:sp>
      <p:sp>
        <p:nvSpPr>
          <p:cNvPr name="Freeform 50" id="50"/>
          <p:cNvSpPr/>
          <p:nvPr/>
        </p:nvSpPr>
        <p:spPr>
          <a:xfrm flipH="false" flipV="false" rot="0">
            <a:off x="2005352" y="7104389"/>
            <a:ext cx="351730" cy="351730"/>
          </a:xfrm>
          <a:custGeom>
            <a:avLst/>
            <a:gdLst/>
            <a:ahLst/>
            <a:cxnLst/>
            <a:rect r="r" b="b" t="t" l="l"/>
            <a:pathLst>
              <a:path h="351730" w="351730">
                <a:moveTo>
                  <a:pt x="0" y="0"/>
                </a:moveTo>
                <a:lnTo>
                  <a:pt x="351731" y="0"/>
                </a:lnTo>
                <a:lnTo>
                  <a:pt x="351731" y="351731"/>
                </a:lnTo>
                <a:lnTo>
                  <a:pt x="0" y="3517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51" id="51"/>
          <p:cNvSpPr txBox="true"/>
          <p:nvPr/>
        </p:nvSpPr>
        <p:spPr>
          <a:xfrm rot="0">
            <a:off x="2643200" y="7109681"/>
            <a:ext cx="4743852"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123 Anywhere ST., Any City, ST 12345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48802" y="7301218"/>
            <a:ext cx="20585603" cy="5264356"/>
            <a:chOff x="0" y="0"/>
            <a:chExt cx="4274726" cy="1093176"/>
          </a:xfrm>
        </p:grpSpPr>
        <p:sp>
          <p:nvSpPr>
            <p:cNvPr name="Freeform 10" id="10"/>
            <p:cNvSpPr/>
            <p:nvPr/>
          </p:nvSpPr>
          <p:spPr>
            <a:xfrm flipH="false" flipV="false" rot="0">
              <a:off x="0" y="0"/>
              <a:ext cx="4274726" cy="1093176"/>
            </a:xfrm>
            <a:custGeom>
              <a:avLst/>
              <a:gdLst/>
              <a:ahLst/>
              <a:cxnLst/>
              <a:rect r="r" b="b" t="t" l="l"/>
              <a:pathLst>
                <a:path h="1093176" w="4274726">
                  <a:moveTo>
                    <a:pt x="2137363" y="0"/>
                  </a:moveTo>
                  <a:cubicBezTo>
                    <a:pt x="956930" y="0"/>
                    <a:pt x="0" y="244716"/>
                    <a:pt x="0" y="546588"/>
                  </a:cubicBezTo>
                  <a:cubicBezTo>
                    <a:pt x="0" y="848460"/>
                    <a:pt x="956930" y="1093176"/>
                    <a:pt x="2137363" y="1093176"/>
                  </a:cubicBezTo>
                  <a:cubicBezTo>
                    <a:pt x="3317796" y="1093176"/>
                    <a:pt x="4274726" y="848460"/>
                    <a:pt x="4274726" y="546588"/>
                  </a:cubicBezTo>
                  <a:cubicBezTo>
                    <a:pt x="4274726" y="244716"/>
                    <a:pt x="3317796" y="0"/>
                    <a:pt x="2137363" y="0"/>
                  </a:cubicBezTo>
                  <a:close/>
                </a:path>
              </a:pathLst>
            </a:custGeom>
            <a:solidFill>
              <a:srgbClr val="335ACF"/>
            </a:solidFill>
          </p:spPr>
        </p:sp>
        <p:sp>
          <p:nvSpPr>
            <p:cNvPr name="TextBox 11" id="11"/>
            <p:cNvSpPr txBox="true"/>
            <p:nvPr/>
          </p:nvSpPr>
          <p:spPr>
            <a:xfrm>
              <a:off x="400756" y="64385"/>
              <a:ext cx="3473215" cy="926305"/>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7406341" y="4044667"/>
            <a:ext cx="3475318" cy="6876514"/>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2" id="22"/>
          <p:cNvGrpSpPr>
            <a:grpSpLocks noChangeAspect="true"/>
          </p:cNvGrpSpPr>
          <p:nvPr/>
        </p:nvGrpSpPr>
        <p:grpSpPr>
          <a:xfrm rot="0">
            <a:off x="10329460" y="5143500"/>
            <a:ext cx="2919979" cy="5777681"/>
            <a:chOff x="0" y="0"/>
            <a:chExt cx="2620010" cy="5184140"/>
          </a:xfrm>
        </p:grpSpPr>
        <p:sp>
          <p:nvSpPr>
            <p:cNvPr name="Freeform 23" id="2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4" id="2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5" id="2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6" id="2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7" id="2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8" id="2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9" id="2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0" id="3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1" id="3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2" id="32"/>
          <p:cNvGrpSpPr>
            <a:grpSpLocks noChangeAspect="true"/>
          </p:cNvGrpSpPr>
          <p:nvPr/>
        </p:nvGrpSpPr>
        <p:grpSpPr>
          <a:xfrm rot="0">
            <a:off x="5038561" y="5143500"/>
            <a:ext cx="2919979" cy="5777681"/>
            <a:chOff x="0" y="0"/>
            <a:chExt cx="2620010" cy="5184140"/>
          </a:xfrm>
        </p:grpSpPr>
        <p:sp>
          <p:nvSpPr>
            <p:cNvPr name="Freeform 33" id="3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4" id="3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5" id="3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6" id="3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7" id="3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8" id="3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9" id="3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0" id="4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1" id="4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2" id="42"/>
          <p:cNvGrpSpPr>
            <a:grpSpLocks noChangeAspect="true"/>
          </p:cNvGrpSpPr>
          <p:nvPr/>
        </p:nvGrpSpPr>
        <p:grpSpPr>
          <a:xfrm rot="0">
            <a:off x="12697923" y="6476535"/>
            <a:ext cx="2246277" cy="4444645"/>
            <a:chOff x="0" y="0"/>
            <a:chExt cx="2620010" cy="5184140"/>
          </a:xfrm>
        </p:grpSpPr>
        <p:sp>
          <p:nvSpPr>
            <p:cNvPr name="Freeform 43" id="4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4" id="4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45" id="4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6" id="4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7" id="4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8" id="4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9" id="4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50" id="5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51" id="5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52" id="52"/>
          <p:cNvGrpSpPr>
            <a:grpSpLocks noChangeAspect="true"/>
          </p:cNvGrpSpPr>
          <p:nvPr/>
        </p:nvGrpSpPr>
        <p:grpSpPr>
          <a:xfrm rot="0">
            <a:off x="3343800" y="6476535"/>
            <a:ext cx="2246277" cy="4444645"/>
            <a:chOff x="0" y="0"/>
            <a:chExt cx="2620010" cy="5184140"/>
          </a:xfrm>
        </p:grpSpPr>
        <p:sp>
          <p:nvSpPr>
            <p:cNvPr name="Freeform 53" id="5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4" id="5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55" id="5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56" id="5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57" id="5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58" id="5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59" id="5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60" id="6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61" id="6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62" id="6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63" id="6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64" id="6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65" id="6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66" id="6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67" id="67"/>
          <p:cNvSpPr txBox="true"/>
          <p:nvPr/>
        </p:nvSpPr>
        <p:spPr>
          <a:xfrm rot="0">
            <a:off x="3902954" y="1420400"/>
            <a:ext cx="10482091" cy="2137454"/>
          </a:xfrm>
          <a:prstGeom prst="rect">
            <a:avLst/>
          </a:prstGeom>
        </p:spPr>
        <p:txBody>
          <a:bodyPr anchor="t" rtlCol="false" tIns="0" lIns="0" bIns="0" rIns="0">
            <a:spAutoFit/>
          </a:bodyPr>
          <a:lstStyle/>
          <a:p>
            <a:pPr algn="ctr">
              <a:lnSpc>
                <a:spcPts val="16583"/>
              </a:lnSpc>
              <a:spcBef>
                <a:spcPct val="0"/>
              </a:spcBef>
            </a:pPr>
            <a:r>
              <a:rPr lang="en-US" b="true" sz="11845">
                <a:solidFill>
                  <a:srgbClr val="335AC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DAHL5eGX-L0</dc:identifier>
  <dcterms:modified xsi:type="dcterms:W3CDTF">2011-08-01T06:04:30Z</dcterms:modified>
  <cp:revision>1</cp:revision>
  <dc:title>Blue Modern Mobile Application Presentation</dc:title>
</cp:coreProperties>
</file>